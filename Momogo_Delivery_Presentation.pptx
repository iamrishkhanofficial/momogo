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8" r:id="rId9"/>
    <p:sldId id="267" r:id="rId10"/>
    <p:sldId id="266" r:id="rId11"/>
    <p:sldId id="265" r:id="rId12"/>
    <p:sldId id="262" r:id="rId13"/>
    <p:sldId id="263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2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63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48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31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540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368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84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73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74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31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92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5305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29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40640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241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681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93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35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931" y="637307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sz="4800" b="1" dirty="0" err="1" smtClean="0"/>
              <a:t>Momo</a:t>
            </a:r>
            <a:r>
              <a:rPr lang="en-US" sz="4800" b="1" dirty="0" err="1" smtClean="0"/>
              <a:t>G</a:t>
            </a:r>
            <a:r>
              <a:rPr sz="4800" b="1" dirty="0" err="1" smtClean="0"/>
              <a:t>o</a:t>
            </a:r>
            <a:r>
              <a:rPr sz="4800" b="1" dirty="0" smtClean="0"/>
              <a:t> Delivery</a:t>
            </a:r>
            <a:r>
              <a:rPr lang="en-US" sz="4800" b="1" dirty="0" smtClean="0"/>
              <a:t> System</a:t>
            </a:r>
            <a:endParaRPr sz="4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2228867"/>
            <a:ext cx="6400800" cy="623804"/>
          </a:xfrm>
        </p:spPr>
        <p:txBody>
          <a:bodyPr/>
          <a:lstStyle/>
          <a:p>
            <a:pPr algn="ctr"/>
            <a:r>
              <a:rPr b="1" dirty="0"/>
              <a:t>Full-Stack Food Ordering </a:t>
            </a:r>
            <a:r>
              <a:rPr b="1" dirty="0" smtClean="0"/>
              <a:t>System</a:t>
            </a:r>
            <a:endParaRPr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625" y="187525"/>
            <a:ext cx="5238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88030" y="2804545"/>
            <a:ext cx="49679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Course Title: </a:t>
            </a:r>
            <a:r>
              <a:rPr lang="en-US" dirty="0"/>
              <a:t>Software Engineering </a:t>
            </a:r>
            <a:endParaRPr lang="en-US" dirty="0" smtClean="0"/>
          </a:p>
          <a:p>
            <a:pPr algn="ctr"/>
            <a:r>
              <a:rPr lang="en-US" dirty="0" smtClean="0"/>
              <a:t>Course Code: CSE412</a:t>
            </a:r>
          </a:p>
          <a:p>
            <a:pPr algn="ctr"/>
            <a:r>
              <a:rPr lang="en-US" dirty="0" smtClean="0"/>
              <a:t>Section: 04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040558" y="3730122"/>
            <a:ext cx="53131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Instructor: Dr. Mohammad Mahdi Hassan</a:t>
            </a:r>
            <a:endParaRPr lang="en-US" sz="2000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303201"/>
              </p:ext>
            </p:extLst>
          </p:nvPr>
        </p:nvGraphicFramePr>
        <p:xfrm>
          <a:off x="680985" y="5026372"/>
          <a:ext cx="8458201" cy="148452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768381"/>
                <a:gridCol w="1668284"/>
                <a:gridCol w="1693309"/>
                <a:gridCol w="1626578"/>
                <a:gridCol w="1701649"/>
              </a:tblGrid>
              <a:tr h="495591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Member 1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Member 2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Member 3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Member 4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Member 5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98893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Md. </a:t>
                      </a:r>
                      <a:r>
                        <a:rPr lang="en-US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Esrafil</a:t>
                      </a:r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Rahman</a:t>
                      </a:r>
                    </a:p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ID: 2020-2-60-106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Asifa</a:t>
                      </a:r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Akter</a:t>
                      </a:r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Liya</a:t>
                      </a:r>
                      <a:endParaRPr lang="en-US" sz="14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ID: 2022-3-60-186</a:t>
                      </a: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Benazir </a:t>
                      </a:r>
                      <a:r>
                        <a:rPr lang="en-US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Meem</a:t>
                      </a:r>
                      <a:endParaRPr lang="en-US" sz="14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ID: 2022-3-60-169</a:t>
                      </a: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Julfa</a:t>
                      </a:r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Binte</a:t>
                      </a:r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Shafiq</a:t>
                      </a:r>
                      <a:endParaRPr lang="en-US" sz="14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ID: 2022-3-60-286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Md. </a:t>
                      </a:r>
                      <a:r>
                        <a:rPr lang="en-US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Ashraful</a:t>
                      </a:r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Islam</a:t>
                      </a:r>
                    </a:p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ID: 2021-1-60-009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532474" y="4393636"/>
            <a:ext cx="2329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Group Members</a:t>
            </a:r>
            <a:r>
              <a:rPr lang="en-US" dirty="0" smtClean="0"/>
              <a:t>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10653" y="1722922"/>
            <a:ext cx="743070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Arial" panose="020B0604020202020204" pitchFamily="34" charset="0"/>
              </a:rPr>
              <a:t>Project: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Momogo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smtClean="0">
                <a:latin typeface="Arial" panose="020B0604020202020204" pitchFamily="34" charset="0"/>
              </a:rPr>
              <a:t>Delivery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latin typeface="Arial" panose="020B0604020202020204" pitchFamily="34" charset="0"/>
              </a:rPr>
              <a:t> </a:t>
            </a:r>
            <a:endParaRPr lang="en-US" sz="2800" dirty="0">
              <a:latin typeface="Arial" panose="020B060402020202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</a:rPr>
              <a:t>Full-stack food ordering system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</a:rPr>
              <a:t>Users: Customers &amp; Admin/Staff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</a:rPr>
              <a:t>Simple ordering + efficient management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</a:rPr>
              <a:t>Faster service, fewer errors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89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Problem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400" b="1" dirty="0"/>
              <a:t>Problem:</a:t>
            </a:r>
          </a:p>
          <a:p>
            <a:r>
              <a:rPr dirty="0"/>
              <a:t>Manual order process</a:t>
            </a:r>
          </a:p>
          <a:p>
            <a:r>
              <a:rPr dirty="0"/>
              <a:t>No tracking visibility</a:t>
            </a:r>
          </a:p>
          <a:p>
            <a:r>
              <a:rPr dirty="0"/>
              <a:t>Hard to manage </a:t>
            </a:r>
            <a:r>
              <a:rPr dirty="0" smtClean="0"/>
              <a:t>orders</a:t>
            </a:r>
            <a:endParaRPr lang="en-US" dirty="0" smtClean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sz="2400" b="1" dirty="0"/>
              <a:t>Objectives:</a:t>
            </a:r>
          </a:p>
          <a:p>
            <a:r>
              <a:rPr dirty="0"/>
              <a:t>Smooth </a:t>
            </a:r>
            <a:r>
              <a:rPr dirty="0" smtClean="0"/>
              <a:t>ordering</a:t>
            </a:r>
            <a:r>
              <a:rPr lang="en-US" dirty="0" smtClean="0"/>
              <a:t> experience</a:t>
            </a:r>
          </a:p>
          <a:p>
            <a:r>
              <a:rPr dirty="0" smtClean="0"/>
              <a:t>Secure login</a:t>
            </a:r>
            <a:r>
              <a:rPr lang="en-US" dirty="0" smtClean="0"/>
              <a:t> &amp; role access</a:t>
            </a:r>
            <a:endParaRPr dirty="0"/>
          </a:p>
          <a:p>
            <a:r>
              <a:rPr dirty="0"/>
              <a:t>Admin </a:t>
            </a:r>
            <a:r>
              <a:rPr dirty="0" smtClean="0"/>
              <a:t>dashboard</a:t>
            </a:r>
            <a:r>
              <a:rPr lang="en-US" dirty="0" smtClean="0"/>
              <a:t> for control</a:t>
            </a:r>
            <a:r>
              <a:rPr dirty="0" smtClean="0"/>
              <a:t> </a:t>
            </a:r>
            <a:endParaRPr lang="en-US" dirty="0" smtClean="0"/>
          </a:p>
          <a:p>
            <a:r>
              <a:rPr dirty="0" smtClean="0"/>
              <a:t>Better </a:t>
            </a:r>
            <a:r>
              <a:rPr dirty="0"/>
              <a:t>insights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904999"/>
            <a:ext cx="6903202" cy="45054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2400" b="1" dirty="0"/>
              <a:t>Customer: </a:t>
            </a:r>
            <a:endParaRPr lang="en-US" sz="2400" b="1" dirty="0" smtClean="0"/>
          </a:p>
          <a:p>
            <a:r>
              <a:rPr dirty="0" smtClean="0"/>
              <a:t>Sign up/login</a:t>
            </a:r>
            <a:endParaRPr lang="en-US" dirty="0" smtClean="0"/>
          </a:p>
          <a:p>
            <a:r>
              <a:rPr dirty="0" smtClean="0"/>
              <a:t>Browse menu</a:t>
            </a:r>
            <a:endParaRPr lang="en-US" dirty="0" smtClean="0"/>
          </a:p>
          <a:p>
            <a:r>
              <a:rPr dirty="0" smtClean="0"/>
              <a:t>Cart </a:t>
            </a:r>
            <a:r>
              <a:rPr dirty="0"/>
              <a:t>&amp; </a:t>
            </a:r>
            <a:r>
              <a:rPr dirty="0" smtClean="0"/>
              <a:t>checkout</a:t>
            </a:r>
            <a:endParaRPr lang="en-US" dirty="0" smtClean="0"/>
          </a:p>
          <a:p>
            <a:r>
              <a:rPr dirty="0" smtClean="0"/>
              <a:t>Order history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sz="2600" b="1" dirty="0" smtClean="0"/>
              <a:t>Admin</a:t>
            </a:r>
            <a:r>
              <a:rPr sz="2600" b="1" dirty="0"/>
              <a:t>: </a:t>
            </a:r>
            <a:endParaRPr lang="en-US" sz="2600" b="1" dirty="0" smtClean="0"/>
          </a:p>
          <a:p>
            <a:r>
              <a:rPr dirty="0" smtClean="0"/>
              <a:t>Manage orders </a:t>
            </a:r>
            <a:endParaRPr lang="en-US" dirty="0" smtClean="0"/>
          </a:p>
          <a:p>
            <a:r>
              <a:rPr dirty="0" smtClean="0"/>
              <a:t>Update status</a:t>
            </a:r>
            <a:endParaRPr lang="en-US" dirty="0" smtClean="0"/>
          </a:p>
          <a:p>
            <a:r>
              <a:rPr dirty="0" smtClean="0"/>
              <a:t>Menu control</a:t>
            </a:r>
            <a:endParaRPr lang="en-US" dirty="0" smtClean="0"/>
          </a:p>
          <a:p>
            <a:r>
              <a:rPr dirty="0" smtClean="0"/>
              <a:t>Analytics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799924"/>
            <a:ext cx="6941703" cy="4111298"/>
          </a:xfrm>
        </p:spPr>
        <p:txBody>
          <a:bodyPr>
            <a:normAutofit/>
          </a:bodyPr>
          <a:lstStyle/>
          <a:p>
            <a:r>
              <a:rPr b="1" dirty="0"/>
              <a:t>Frontend:</a:t>
            </a:r>
            <a:r>
              <a:rPr dirty="0"/>
              <a:t> React + </a:t>
            </a:r>
            <a:r>
              <a:rPr dirty="0" err="1"/>
              <a:t>Vite</a:t>
            </a:r>
            <a:endParaRPr dirty="0"/>
          </a:p>
          <a:p>
            <a:r>
              <a:rPr b="1" dirty="0"/>
              <a:t>Backend: </a:t>
            </a:r>
            <a:r>
              <a:rPr dirty="0"/>
              <a:t>Node.js + Express</a:t>
            </a:r>
          </a:p>
          <a:p>
            <a:r>
              <a:rPr b="1" dirty="0"/>
              <a:t>Database: </a:t>
            </a:r>
            <a:r>
              <a:rPr dirty="0" err="1" smtClean="0"/>
              <a:t>MongoDB</a:t>
            </a:r>
            <a:endParaRPr lang="en-US" dirty="0" smtClean="0"/>
          </a:p>
          <a:p>
            <a:pPr marL="0" indent="0">
              <a:buNone/>
            </a:pPr>
            <a:endParaRPr dirty="0"/>
          </a:p>
          <a:p>
            <a:r>
              <a:rPr b="1" dirty="0"/>
              <a:t>Flow: </a:t>
            </a: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		</a:t>
            </a:r>
            <a:r>
              <a:rPr dirty="0" smtClean="0"/>
              <a:t>User </a:t>
            </a:r>
            <a:r>
              <a:rPr dirty="0"/>
              <a:t>→ API → Server → DB → </a:t>
            </a:r>
            <a:r>
              <a:rPr dirty="0" smtClean="0"/>
              <a:t>Response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b="1" dirty="0" smtClean="0"/>
              <a:t>Security</a:t>
            </a:r>
            <a:r>
              <a:rPr b="1" dirty="0"/>
              <a:t>: </a:t>
            </a:r>
            <a:endParaRPr lang="en-US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JWT Auth</a:t>
            </a:r>
            <a:r>
              <a:rPr lang="en-US" dirty="0" smtClean="0"/>
              <a:t>entication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Role-based </a:t>
            </a:r>
            <a:r>
              <a:rPr dirty="0"/>
              <a:t>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050181"/>
            <a:ext cx="6835825" cy="3570973"/>
          </a:xfrm>
        </p:spPr>
        <p:txBody>
          <a:bodyPr/>
          <a:lstStyle/>
          <a:p>
            <a:r>
              <a:rPr b="1" dirty="0"/>
              <a:t>Frontend: </a:t>
            </a:r>
            <a:endParaRPr lang="en-US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	</a:t>
            </a:r>
            <a:r>
              <a:rPr dirty="0" smtClean="0"/>
              <a:t>React</a:t>
            </a:r>
            <a:r>
              <a:rPr dirty="0"/>
              <a:t>, </a:t>
            </a:r>
            <a:r>
              <a:rPr dirty="0" err="1"/>
              <a:t>TypeScript</a:t>
            </a:r>
            <a:r>
              <a:rPr dirty="0"/>
              <a:t>, Tailwind</a:t>
            </a:r>
          </a:p>
          <a:p>
            <a:r>
              <a:rPr b="1" dirty="0"/>
              <a:t>Backend: </a:t>
            </a:r>
            <a:endParaRPr lang="en-US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	</a:t>
            </a:r>
            <a:r>
              <a:rPr dirty="0" smtClean="0"/>
              <a:t>Node.js</a:t>
            </a:r>
            <a:r>
              <a:rPr dirty="0"/>
              <a:t>, Express, Mongoose</a:t>
            </a:r>
          </a:p>
          <a:p>
            <a:r>
              <a:rPr b="1" dirty="0"/>
              <a:t>Database: </a:t>
            </a:r>
            <a:endParaRPr lang="en-US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	</a:t>
            </a:r>
            <a:r>
              <a:rPr dirty="0" err="1" smtClean="0"/>
              <a:t>MongoDB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UI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9160" y="1726131"/>
            <a:ext cx="6591985" cy="407469"/>
          </a:xfrm>
        </p:spPr>
        <p:txBody>
          <a:bodyPr/>
          <a:lstStyle/>
          <a:p>
            <a:r>
              <a:rPr b="1" dirty="0"/>
              <a:t>Home </a:t>
            </a:r>
            <a:r>
              <a:rPr b="1" dirty="0" smtClean="0"/>
              <a:t>page</a:t>
            </a:r>
            <a:r>
              <a:rPr lang="en-US" b="1" dirty="0" smtClean="0"/>
              <a:t>: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201" y="2252311"/>
            <a:ext cx="7133094" cy="4177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UI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7661" y="1720516"/>
            <a:ext cx="6591985" cy="368968"/>
          </a:xfrm>
        </p:spPr>
        <p:txBody>
          <a:bodyPr/>
          <a:lstStyle/>
          <a:p>
            <a:r>
              <a:rPr b="1" dirty="0" smtClean="0"/>
              <a:t>Menu page</a:t>
            </a:r>
            <a:r>
              <a:rPr lang="en-US" b="1" dirty="0" smtClean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661" y="2229963"/>
            <a:ext cx="7219680" cy="428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6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UI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716505"/>
            <a:ext cx="6591985" cy="417095"/>
          </a:xfrm>
        </p:spPr>
        <p:txBody>
          <a:bodyPr/>
          <a:lstStyle/>
          <a:p>
            <a:r>
              <a:rPr b="1" dirty="0" smtClean="0"/>
              <a:t>Cart </a:t>
            </a:r>
            <a:r>
              <a:rPr b="1" dirty="0"/>
              <a:t>&amp; </a:t>
            </a:r>
            <a:r>
              <a:rPr b="1" dirty="0" smtClean="0"/>
              <a:t>Checkout</a:t>
            </a:r>
            <a:r>
              <a:rPr lang="en-US" b="1" dirty="0" smtClean="0"/>
              <a:t>:</a:t>
            </a:r>
            <a:endParaRPr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201" y="2277979"/>
            <a:ext cx="3379924" cy="44427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949" y="2277979"/>
            <a:ext cx="3506174" cy="458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345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UI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 smtClean="0"/>
              <a:t>Orders page</a:t>
            </a:r>
            <a:r>
              <a:rPr lang="en-US" b="1" dirty="0" smtClean="0"/>
              <a:t>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415" y="2675022"/>
            <a:ext cx="7017894" cy="377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831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UI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678004"/>
            <a:ext cx="6591985" cy="455596"/>
          </a:xfrm>
        </p:spPr>
        <p:txBody>
          <a:bodyPr/>
          <a:lstStyle/>
          <a:p>
            <a:r>
              <a:rPr b="1" dirty="0" smtClean="0"/>
              <a:t>Admin Dashboard</a:t>
            </a:r>
            <a:r>
              <a:rPr lang="en-US" b="1" dirty="0" smtClean="0"/>
              <a:t>:</a:t>
            </a:r>
            <a:endParaRPr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201" y="2281187"/>
            <a:ext cx="6970579" cy="433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966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 b="1" dirty="0"/>
              <a:t>Limitations: </a:t>
            </a:r>
            <a:endParaRPr lang="en-US" sz="2400" b="1" dirty="0" smtClean="0"/>
          </a:p>
          <a:p>
            <a:r>
              <a:rPr dirty="0" smtClean="0"/>
              <a:t>No payment</a:t>
            </a:r>
            <a:endParaRPr lang="en-US" dirty="0" smtClean="0"/>
          </a:p>
          <a:p>
            <a:r>
              <a:rPr dirty="0" smtClean="0"/>
              <a:t>Basic notifications</a:t>
            </a:r>
            <a:endParaRPr lang="en-US" dirty="0" smtClean="0"/>
          </a:p>
          <a:p>
            <a:r>
              <a:rPr dirty="0" smtClean="0"/>
              <a:t>No multi-branch</a:t>
            </a:r>
            <a:endParaRPr lang="en-US" dirty="0" smtClean="0"/>
          </a:p>
          <a:p>
            <a:endParaRPr dirty="0"/>
          </a:p>
          <a:p>
            <a:pPr marL="0" indent="0">
              <a:buNone/>
            </a:pPr>
            <a:r>
              <a:rPr sz="2400" b="1" dirty="0"/>
              <a:t>Future: </a:t>
            </a:r>
            <a:endParaRPr lang="en-US" sz="2400" b="1" dirty="0" smtClean="0"/>
          </a:p>
          <a:p>
            <a:r>
              <a:rPr dirty="0" smtClean="0"/>
              <a:t>Payment integration</a:t>
            </a:r>
            <a:endParaRPr lang="en-US" dirty="0" smtClean="0"/>
          </a:p>
          <a:p>
            <a:r>
              <a:rPr dirty="0" smtClean="0"/>
              <a:t>Real-time updates</a:t>
            </a:r>
            <a:endParaRPr lang="en-US" dirty="0" smtClean="0"/>
          </a:p>
          <a:p>
            <a:r>
              <a:rPr dirty="0" smtClean="0"/>
              <a:t>Mobile </a:t>
            </a:r>
            <a:r>
              <a:rPr dirty="0"/>
              <a:t>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Developed a full-stack food ordering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platform</a:t>
            </a:r>
          </a:p>
          <a:p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Simplified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customer ordering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experience</a:t>
            </a:r>
          </a:p>
          <a:p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Enhanced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admin control &amp; order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visibility</a:t>
            </a:r>
          </a:p>
          <a:p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Built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a scalable system for future upgrades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5274" y="1822383"/>
            <a:ext cx="6591985" cy="3117040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5274" y="3384875"/>
            <a:ext cx="6591985" cy="1555864"/>
          </a:xfrm>
        </p:spPr>
        <p:txBody>
          <a:bodyPr/>
          <a:lstStyle/>
          <a:p>
            <a:pPr algn="ctr"/>
            <a:r>
              <a:rPr lang="en-US" dirty="0" smtClean="0"/>
              <a:t>For Your Time &amp;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5699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61</TotalTime>
  <Words>246</Words>
  <Application>Microsoft Office PowerPoint</Application>
  <PresentationFormat>On-screen Show (4:3)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Wingdings</vt:lpstr>
      <vt:lpstr>Wingdings 3</vt:lpstr>
      <vt:lpstr>Wisp</vt:lpstr>
      <vt:lpstr>MomoGo Delivery System</vt:lpstr>
      <vt:lpstr>Introduction</vt:lpstr>
      <vt:lpstr>Problem &amp; Objectives</vt:lpstr>
      <vt:lpstr>Features</vt:lpstr>
      <vt:lpstr>System Design</vt:lpstr>
      <vt:lpstr>Technologies</vt:lpstr>
      <vt:lpstr>UI Screens</vt:lpstr>
      <vt:lpstr>UI Screens</vt:lpstr>
      <vt:lpstr>UI Screens</vt:lpstr>
      <vt:lpstr>UI Screens</vt:lpstr>
      <vt:lpstr>UI Screens</vt:lpstr>
      <vt:lpstr>Limitations &amp; Future Work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MomoGo Delivery System</dc:title>
  <dc:subject/>
  <dc:creator>HP</dc:creator>
  <cp:keywords/>
  <dc:description>generated using python-pptx</dc:description>
  <cp:lastModifiedBy>HP</cp:lastModifiedBy>
  <cp:revision>12</cp:revision>
  <dcterms:created xsi:type="dcterms:W3CDTF">2013-01-27T09:14:16Z</dcterms:created>
  <dcterms:modified xsi:type="dcterms:W3CDTF">2026-04-14T21:15:22Z</dcterms:modified>
  <cp:category/>
</cp:coreProperties>
</file>